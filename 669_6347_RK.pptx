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87168"/>
            <a:ext cx="49377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228600"/>
            <a:ext cx="3108960" cy="1920240"/>
          </a:xfrm>
          <a:prstGeom prst="rect">
            <a:avLst/>
          </a:prstGeom>
          <a:solidFill>
            <a:srgbClr val="111845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5029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6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INTERNSHIP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20040" y="114300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600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REPORT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320040" y="2633472"/>
            <a:ext cx="2450592" cy="658368"/>
          </a:xfrm>
          <a:prstGeom prst="rect">
            <a:avLst/>
          </a:prstGeom>
          <a:solidFill>
            <a:srgbClr val="111845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2688336"/>
            <a:ext cx="22677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9768" y="2926080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Khushal Rathod  ·  Roll No. 669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80360" y="2633472"/>
            <a:ext cx="2450592" cy="658368"/>
          </a:xfrm>
          <a:prstGeom prst="rect">
            <a:avLst/>
          </a:prstGeom>
          <a:solidFill>
            <a:srgbClr val="111845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90088" y="2688336"/>
            <a:ext cx="22677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990088" y="2926080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BCA — 6th Semester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383280"/>
            <a:ext cx="2450592" cy="658368"/>
          </a:xfrm>
          <a:prstGeom prst="rect">
            <a:avLst/>
          </a:prstGeom>
          <a:solidFill>
            <a:srgbClr val="111845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" y="3438144"/>
            <a:ext cx="22677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29768" y="3675888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Rudra IT Solutions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880360" y="3383280"/>
            <a:ext cx="2450592" cy="658368"/>
          </a:xfrm>
          <a:prstGeom prst="rect">
            <a:avLst/>
          </a:prstGeom>
          <a:solidFill>
            <a:srgbClr val="111845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90088" y="3438144"/>
            <a:ext cx="22677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90088" y="3675888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Jan 2025 – 28 Feb 2026  (120 hrs)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4133088"/>
            <a:ext cx="2450592" cy="658368"/>
          </a:xfrm>
          <a:prstGeom prst="rect">
            <a:avLst/>
          </a:prstGeom>
          <a:solidFill>
            <a:srgbClr val="111845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" y="4187952"/>
            <a:ext cx="22677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29768" y="4425696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Web Development Intern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880360" y="4133088"/>
            <a:ext cx="2450592" cy="658368"/>
          </a:xfrm>
          <a:prstGeom prst="rect">
            <a:avLst/>
          </a:prstGeom>
          <a:solidFill>
            <a:srgbClr val="111845"/>
          </a:solidFill>
          <a:ln w="12700">
            <a:solidFill>
              <a:srgbClr val="D4AF5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2"/>
          <p:cNvSpPr/>
          <p:nvPr/>
        </p:nvSpPr>
        <p:spPr>
          <a:xfrm>
            <a:off x="2990088" y="4187952"/>
            <a:ext cx="22677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Guide 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990088" y="4425696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3" name="Picture 93"/>
          <p:cNvPicPr/>
          <p:nvPr/>
        </p:nvPicPr>
        <p:blipFill>
          <a:blip r:embed="rId3"/>
          <a:stretch>
            <a:fillRect/>
          </a:stretch>
        </p:blipFill>
        <p:spPr>
          <a:xfrm>
            <a:off x="5719445" y="217170"/>
            <a:ext cx="3144520" cy="1931670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75A077E5-21F7-CD40-A345-F98A219506BE}"/>
              </a:ext>
            </a:extLst>
          </p:cNvPr>
          <p:cNvSpPr/>
          <p:nvPr/>
        </p:nvSpPr>
        <p:spPr>
          <a:xfrm>
            <a:off x="2990088" y="446227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Asst. Prof. Nayna Mistry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2700000">
            <a:off x="8732520" y="182880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73752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  ·  Rudra IT Solutions  ·  Khushal Rathod  ·  BCA 6th Sem  ·  Feb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41248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41248"/>
            <a:ext cx="475488" cy="1115568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115568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914400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Internship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335024"/>
            <a:ext cx="20391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&amp; student overview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35808" y="841248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35808" y="841248"/>
            <a:ext cx="475488" cy="1115568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115568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02736" y="914400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1335024"/>
            <a:ext cx="20391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 of the internship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88736" y="841248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88736" y="841248"/>
            <a:ext cx="475488" cy="1115568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8736" y="1115568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55664" y="914400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Technologies &amp; Tools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1335024"/>
            <a:ext cx="20391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 used in the project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35808" y="2084832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35808" y="2084832"/>
            <a:ext cx="475488" cy="1115568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2359152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02736" y="2157984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02736" y="2578608"/>
            <a:ext cx="20391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developed during internship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3328416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2880" y="3328416"/>
            <a:ext cx="475488" cy="1115568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360273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49808" y="3401568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9808" y="3822192"/>
            <a:ext cx="20391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 faced and how solved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35808" y="3328416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035808" y="3328416"/>
            <a:ext cx="475488" cy="1115568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35808" y="360273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602736" y="3401568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Weekly Summary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02736" y="3822192"/>
            <a:ext cx="20391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Week-by-week progress (Week 1–5)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88736" y="3328416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888736" y="3328416"/>
            <a:ext cx="475488" cy="1115568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88736" y="360273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455664" y="3401568"/>
            <a:ext cx="20391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 &amp; References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55664" y="3822192"/>
            <a:ext cx="203911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takeaways &amp; sources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INTERNSHIP DETAILS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2700000">
            <a:off x="8732520" y="182880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73752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  ·  Rudra IT Solutions  ·  Khushal Rathod  ·  BCA 6th Sem  ·  Feb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22960"/>
            <a:ext cx="42519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22960"/>
            <a:ext cx="4251960" cy="402336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822960"/>
            <a:ext cx="32004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822960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COMPANY DETAILS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29844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00200" y="1298448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Rudra IT Solutions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728216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73936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Address: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1773936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918, KBC-1, Yogi Chowk, Surat, Gujarat, India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203704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249424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00200" y="2249424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Company – Software &amp; Web 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679192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24912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2724912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Web Development Intern 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154680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200400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00200" y="3200400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Mr. Maulik </a:t>
            </a:r>
            <a:r>
              <a:rPr lang="en-IN" sz="1000" dirty="0" err="1"/>
              <a:t>Kumbhani</a:t>
            </a:r>
            <a:r>
              <a:rPr lang="en-IN" sz="1000" dirty="0"/>
              <a:t> (CEO) 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630168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67588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00200" y="3675888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12 January 2026 to 28 February 2026</a:t>
            </a:r>
          </a:p>
        </p:txBody>
      </p:sp>
      <p:sp>
        <p:nvSpPr>
          <p:cNvPr id="30" name="Shape 28"/>
          <p:cNvSpPr/>
          <p:nvPr/>
        </p:nvSpPr>
        <p:spPr>
          <a:xfrm>
            <a:off x="347472" y="4105656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151376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Hours: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00200" y="4151376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 Hours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822960"/>
            <a:ext cx="42519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822960"/>
            <a:ext cx="4251960" cy="402336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822960"/>
            <a:ext cx="32004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822960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STUDENT DETAILS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64608" y="129844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08192" y="1298448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KHUSHAL GHANSHYAMBHAI RATHOD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64608" y="1728216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1773936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08192" y="1773936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TYBCA — 6th Semester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64608" y="2203704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249424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08192" y="2249424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669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64608" y="2679192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724912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Seat No.: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08192" y="2724912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6347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64608" y="3154680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200400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SPID: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08192" y="3200400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23410453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64608" y="3630168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367588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College: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08192" y="3675888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Sutex Bank College of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0F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Application &amp; Science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64608" y="4105656"/>
            <a:ext cx="3950208" cy="0"/>
          </a:xfrm>
          <a:prstGeom prst="line">
            <a:avLst/>
          </a:prstGeom>
          <a:noFill/>
          <a:ln w="12700">
            <a:solidFill>
              <a:srgbClr val="E8DC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4151376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Guide: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08192" y="4151376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Asst. Prof. Nayna Mistry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 OF INTERNSHIP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2700000">
            <a:off x="8732520" y="182880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73752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  ·  Rudra IT Solutions  ·  Khushal Rathod  ·  BCA 6th Sem  ·  Feb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412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50976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509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877824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Software Development Process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1188720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Understand real-world IT workflow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50976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9509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75504" y="877824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75504" y="1188720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Basic server-side logic using PHP and NodeJS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1600200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709928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70992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" y="1636776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Frontend with ReactJS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" y="1947672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Build responsive UI using HTML, CSS, JavaScript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1600200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709928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70992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75504" y="1636776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Web Integration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5504" y="1947672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Connect frontend with backend and APIs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2359152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468880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4688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" y="2395728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Database &amp; API Development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" y="2706624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Work with MySQL, MongoDB, and REST APIs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2359152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468880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4688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75504" y="2395728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Solving &amp; Debugging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75504" y="2706624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Improve logical thinking and debugging skills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" y="3118104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227832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2278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6384" y="3154680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Teamwork &amp; Project Management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6384" y="3465576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Use GitHub, Postman, and development tools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3118104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227832"/>
            <a:ext cx="402336" cy="402336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2278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75504" y="3154680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Apply Academic Knowledge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75504" y="3465576"/>
            <a:ext cx="3493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Develop teamwork and communication skills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LEARNING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2700000">
            <a:off x="8732520" y="182880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73752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  ·  Rudra IT Solutions  ·  Khushal Rathod  ·  BCA 6th Sem  ·  Feb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" y="78638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The internship at Rudra IT Solutions enhanced both technical and professional competencies:</a:t>
            </a:r>
          </a:p>
        </p:txBody>
      </p:sp>
      <p:sp>
        <p:nvSpPr>
          <p:cNvPr id="10" name="Shape 8"/>
          <p:cNvSpPr/>
          <p:nvPr/>
        </p:nvSpPr>
        <p:spPr>
          <a:xfrm>
            <a:off x="182880" y="1078992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78992"/>
            <a:ext cx="4251960" cy="329184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078992"/>
            <a:ext cx="6400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78992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Programming Skills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144475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Improved coding and debugging skills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0" y="1078992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78992"/>
            <a:ext cx="4251960" cy="32918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078992"/>
            <a:ext cx="6400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078992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Web  Development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44475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Learned complete web development process</a:t>
            </a:r>
          </a:p>
        </p:txBody>
      </p:sp>
      <p:sp>
        <p:nvSpPr>
          <p:cNvPr id="20" name="Shape 18"/>
          <p:cNvSpPr/>
          <p:nvPr/>
        </p:nvSpPr>
        <p:spPr>
          <a:xfrm>
            <a:off x="182880" y="202996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182880" y="2029968"/>
            <a:ext cx="4251960" cy="329184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029968"/>
            <a:ext cx="6400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029968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API Integration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3957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Connected frontend and backend using APIs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0" y="202996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029968"/>
            <a:ext cx="4251960" cy="32918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029968"/>
            <a:ext cx="6400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029968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Database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3957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Worked with MySQL and MongoDB</a:t>
            </a:r>
          </a:p>
        </p:txBody>
      </p:sp>
      <p:sp>
        <p:nvSpPr>
          <p:cNvPr id="30" name="Shape 28"/>
          <p:cNvSpPr/>
          <p:nvPr/>
        </p:nvSpPr>
        <p:spPr>
          <a:xfrm>
            <a:off x="182880" y="2980944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980944"/>
            <a:ext cx="4251960" cy="329184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2980944"/>
            <a:ext cx="6400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980944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Teamwork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334670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50" dirty="0"/>
              <a:t>Improved communication and collaboration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2980944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2980944"/>
            <a:ext cx="4251960" cy="32918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980944"/>
            <a:ext cx="6400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980944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Time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34670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50" dirty="0"/>
              <a:t>Completed tasks within deadlines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SOLUTIONS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2700000">
            <a:off x="8732520" y="182880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73752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  ·  Rudra IT Solutions  ·  Khushal Rathod  ·  BCA 6th Sem  ·  Feb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22960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042416"/>
            <a:ext cx="457200" cy="457200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042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896112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Understanding Project 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914400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914400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85953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Challenge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1078992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Difficulty understanding project 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8595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1078992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Difficulty understanding project flow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1810512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029968"/>
            <a:ext cx="457200" cy="457200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1883664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Frontend and Backend 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1901952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1901952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184708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Challenge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2066544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Problem connecting UI with backend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184708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Solution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2066544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/>
              <a:t>Learned API integration using Postman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2798064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017520"/>
            <a:ext cx="457200" cy="457200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2871216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Debugging Errors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889504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2889504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283464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Challenge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34640" y="3054096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 mistakes and logical errors causing unexpected application </a:t>
            </a:r>
            <a:r>
              <a:rPr lang="en-IN" sz="1000" dirty="0"/>
              <a:t>Coding errors</a:t>
            </a:r>
            <a:r>
              <a:rPr lang="en-US" sz="9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during development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80760" y="283464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Solution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3054096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Improved debugging skills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" y="3785616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4005072"/>
            <a:ext cx="457200" cy="457200"/>
          </a:xfrm>
          <a:prstGeom prst="ellipse">
            <a:avLst/>
          </a:prstGeom>
          <a:solidFill>
            <a:srgbClr val="0A0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4005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" y="3858768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Time Management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0" y="3877056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89320" y="3877056"/>
            <a:ext cx="0" cy="713232"/>
          </a:xfrm>
          <a:prstGeom prst="line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82219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Challenge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34640" y="4041648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Managing tasks and learning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80760" y="382219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Solution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404164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IN" sz="1000" dirty="0"/>
              <a:t>Planned daily work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WEEKLY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2700000">
            <a:off x="8732520" y="182880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73752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  ·  Rudra IT Solutions  ·  Khushal Rathod  ·  BCA 6th Sem  ·  Feb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7933" y="841248"/>
            <a:ext cx="819619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841248"/>
            <a:ext cx="7132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F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87552" y="841248"/>
            <a:ext cx="1691640" cy="402336"/>
          </a:xfrm>
          <a:prstGeom prst="rect">
            <a:avLst/>
          </a:prstGeom>
          <a:solidFill>
            <a:srgbClr val="0A0F2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841248"/>
            <a:ext cx="1600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Focus Area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9192" y="841248"/>
            <a:ext cx="1920240" cy="402336"/>
          </a:xfrm>
          <a:prstGeom prst="rect">
            <a:avLst/>
          </a:prstGeom>
          <a:solidFill>
            <a:srgbClr val="0A0F2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056" y="8412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99432" y="841248"/>
            <a:ext cx="4544568" cy="402336"/>
          </a:xfrm>
          <a:prstGeom prst="rect">
            <a:avLst/>
          </a:prstGeom>
          <a:solidFill>
            <a:srgbClr val="0A0F2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841248"/>
            <a:ext cx="44531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Accomplishments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" y="1236019"/>
            <a:ext cx="868680" cy="439797"/>
          </a:xfrm>
          <a:prstGeom prst="rect">
            <a:avLst/>
          </a:prstGeom>
          <a:solidFill>
            <a:srgbClr val="0A0F2E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243584"/>
            <a:ext cx="768096" cy="5458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  Week 1 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7552" y="1243584"/>
            <a:ext cx="1691640" cy="43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1243584"/>
            <a:ext cx="1581912" cy="467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Setup &amp; Environment Configuration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79192" y="1243584"/>
            <a:ext cx="1920240" cy="43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52344" y="1243584"/>
            <a:ext cx="1810512" cy="43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VS Code, Chrome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99432" y="1243584"/>
            <a:ext cx="4544568" cy="43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243584"/>
            <a:ext cx="4489704" cy="4142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/>
              <a:t>Installed tools and configured development environment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5846" y="1666409"/>
            <a:ext cx="804672" cy="477688"/>
          </a:xfrm>
          <a:prstGeom prst="rect">
            <a:avLst/>
          </a:prstGeom>
          <a:solidFill>
            <a:srgbClr val="0A0F2E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146" y="1641085"/>
            <a:ext cx="694944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 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8408" y="1674406"/>
            <a:ext cx="1691640" cy="459491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1688298"/>
            <a:ext cx="1581912" cy="4497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Responsive Design &amp; CSS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9192" y="1697263"/>
            <a:ext cx="1920240" cy="432232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34056" y="1682494"/>
            <a:ext cx="1810512" cy="455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HTML, CSS, VS Code, Chrome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99432" y="1678978"/>
            <a:ext cx="4544568" cy="443839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1782897"/>
            <a:ext cx="4434840" cy="263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/>
              <a:t>Learned Flexbox and created responsive layouts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0418" y="2141719"/>
            <a:ext cx="788846" cy="423000"/>
          </a:xfrm>
          <a:prstGeom prst="rect">
            <a:avLst/>
          </a:prstGeom>
          <a:solidFill>
            <a:srgbClr val="0A0F2E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714" y="2122817"/>
            <a:ext cx="694944" cy="5340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 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9264" y="2133185"/>
            <a:ext cx="1719072" cy="413777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3272" y="2141719"/>
            <a:ext cx="1581912" cy="418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Basic Website Development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88336" y="2133898"/>
            <a:ext cx="1920240" cy="395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61488" y="2121754"/>
            <a:ext cx="1810512" cy="4245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HTML, CSS, JavaScript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08576" y="2127033"/>
            <a:ext cx="45445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2116753"/>
            <a:ext cx="4434840" cy="3999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/>
              <a:t>Developed Home and About pages with proper UI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73736" y="2547308"/>
            <a:ext cx="804672" cy="470039"/>
          </a:xfrm>
          <a:prstGeom prst="rect">
            <a:avLst/>
          </a:prstGeom>
          <a:solidFill>
            <a:srgbClr val="0A0F2E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5657" y="2472228"/>
            <a:ext cx="694944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 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85090" y="2560675"/>
            <a:ext cx="1691640" cy="429763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9954" y="2546254"/>
            <a:ext cx="1581912" cy="4600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Form Handling &amp; Validation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79192" y="2538784"/>
            <a:ext cx="1920240" cy="460446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34056" y="2493763"/>
            <a:ext cx="1810512" cy="533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JavaScript, VS Code, Chrome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08576" y="2546255"/>
            <a:ext cx="4544568" cy="452975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54296" y="2559265"/>
            <a:ext cx="4434840" cy="4470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/>
              <a:t>Implemented form validation and created Order &amp; Payment pages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67933" y="3902462"/>
            <a:ext cx="804672" cy="428803"/>
          </a:xfrm>
          <a:prstGeom prst="rect">
            <a:avLst/>
          </a:prstGeom>
          <a:solidFill>
            <a:srgbClr val="0A0F2E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6841" y="3853225"/>
            <a:ext cx="694944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 7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80518" y="3894641"/>
            <a:ext cx="1691640" cy="429763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9954" y="3843826"/>
            <a:ext cx="1581912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Full Stack Development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79192" y="3879954"/>
            <a:ext cx="1920240" cy="436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5310" y="3775766"/>
            <a:ext cx="1810512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MERN Stack, Axios, Postman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06466" y="3887607"/>
            <a:ext cx="4544568" cy="42923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1330" y="3894640"/>
            <a:ext cx="4434840" cy="429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/>
              <a:t>Built full-stack application and integrated frontend with backend APIs</a:t>
            </a:r>
            <a:endParaRPr lang="en-US" sz="950" dirty="0"/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9422A430-40A6-B11F-3654-9C0A36D08C06}"/>
              </a:ext>
            </a:extLst>
          </p:cNvPr>
          <p:cNvSpPr/>
          <p:nvPr/>
        </p:nvSpPr>
        <p:spPr>
          <a:xfrm>
            <a:off x="171274" y="3027014"/>
            <a:ext cx="788846" cy="423000"/>
          </a:xfrm>
          <a:prstGeom prst="rect">
            <a:avLst/>
          </a:prstGeom>
          <a:solidFill>
            <a:srgbClr val="0A0F2E"/>
          </a:solidFill>
          <a:ln w="12700">
            <a:solidFill>
              <a:srgbClr val="D4AF5A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69" name="Shape 36">
            <a:extLst>
              <a:ext uri="{FF2B5EF4-FFF2-40B4-BE49-F238E27FC236}">
                <a16:creationId xmlns:a16="http://schemas.microsoft.com/office/drawing/2014/main" id="{B94B23F1-A8D9-D756-F45C-A3AF2AC870DA}"/>
              </a:ext>
            </a:extLst>
          </p:cNvPr>
          <p:cNvSpPr/>
          <p:nvPr/>
        </p:nvSpPr>
        <p:spPr>
          <a:xfrm>
            <a:off x="987552" y="3018480"/>
            <a:ext cx="1691640" cy="413777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6A6E7FA1-8371-9D1B-B5D5-3E9B16C4D26E}"/>
              </a:ext>
            </a:extLst>
          </p:cNvPr>
          <p:cNvSpPr/>
          <p:nvPr/>
        </p:nvSpPr>
        <p:spPr>
          <a:xfrm>
            <a:off x="1024128" y="3027014"/>
            <a:ext cx="1581912" cy="418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Database Integration</a:t>
            </a:r>
            <a:endParaRPr lang="en-US" sz="950" dirty="0"/>
          </a:p>
        </p:txBody>
      </p:sp>
      <p:sp>
        <p:nvSpPr>
          <p:cNvPr id="71" name="Shape 38">
            <a:extLst>
              <a:ext uri="{FF2B5EF4-FFF2-40B4-BE49-F238E27FC236}">
                <a16:creationId xmlns:a16="http://schemas.microsoft.com/office/drawing/2014/main" id="{136E3221-553A-B755-5BCD-CDB67911ACA0}"/>
              </a:ext>
            </a:extLst>
          </p:cNvPr>
          <p:cNvSpPr/>
          <p:nvPr/>
        </p:nvSpPr>
        <p:spPr>
          <a:xfrm>
            <a:off x="2679192" y="3019193"/>
            <a:ext cx="1920240" cy="395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2" name="Shape 42">
            <a:extLst>
              <a:ext uri="{FF2B5EF4-FFF2-40B4-BE49-F238E27FC236}">
                <a16:creationId xmlns:a16="http://schemas.microsoft.com/office/drawing/2014/main" id="{4ED1B524-B14C-65D7-5186-EFFD0A618BCE}"/>
              </a:ext>
            </a:extLst>
          </p:cNvPr>
          <p:cNvSpPr/>
          <p:nvPr/>
        </p:nvSpPr>
        <p:spPr>
          <a:xfrm>
            <a:off x="164592" y="3432603"/>
            <a:ext cx="804672" cy="470039"/>
          </a:xfrm>
          <a:prstGeom prst="rect">
            <a:avLst/>
          </a:prstGeom>
          <a:solidFill>
            <a:srgbClr val="0A0F2E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73" name="Text 44">
            <a:extLst>
              <a:ext uri="{FF2B5EF4-FFF2-40B4-BE49-F238E27FC236}">
                <a16:creationId xmlns:a16="http://schemas.microsoft.com/office/drawing/2014/main" id="{97231E8A-F4E3-176A-9E22-B6FFE820A1A2}"/>
              </a:ext>
            </a:extLst>
          </p:cNvPr>
          <p:cNvSpPr/>
          <p:nvPr/>
        </p:nvSpPr>
        <p:spPr>
          <a:xfrm>
            <a:off x="236513" y="3357523"/>
            <a:ext cx="694944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 6</a:t>
            </a:r>
            <a:endParaRPr lang="en-US" sz="1050" dirty="0"/>
          </a:p>
        </p:txBody>
      </p:sp>
      <p:sp>
        <p:nvSpPr>
          <p:cNvPr id="74" name="Shape 45">
            <a:extLst>
              <a:ext uri="{FF2B5EF4-FFF2-40B4-BE49-F238E27FC236}">
                <a16:creationId xmlns:a16="http://schemas.microsoft.com/office/drawing/2014/main" id="{97FEA5AD-61D3-537F-A0C9-1F9142583109}"/>
              </a:ext>
            </a:extLst>
          </p:cNvPr>
          <p:cNvSpPr/>
          <p:nvPr/>
        </p:nvSpPr>
        <p:spPr>
          <a:xfrm>
            <a:off x="975946" y="3445970"/>
            <a:ext cx="1691640" cy="429763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75" name="Text 46">
            <a:extLst>
              <a:ext uri="{FF2B5EF4-FFF2-40B4-BE49-F238E27FC236}">
                <a16:creationId xmlns:a16="http://schemas.microsoft.com/office/drawing/2014/main" id="{B9B65EE7-BE5C-5084-04F7-7A9762CFAD52}"/>
              </a:ext>
            </a:extLst>
          </p:cNvPr>
          <p:cNvSpPr/>
          <p:nvPr/>
        </p:nvSpPr>
        <p:spPr>
          <a:xfrm>
            <a:off x="1030810" y="3377789"/>
            <a:ext cx="1581912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AJAX &amp; MERN Introduction</a:t>
            </a:r>
            <a:endParaRPr lang="en-US" sz="950" dirty="0"/>
          </a:p>
        </p:txBody>
      </p:sp>
      <p:sp>
        <p:nvSpPr>
          <p:cNvPr id="76" name="Shape 47">
            <a:extLst>
              <a:ext uri="{FF2B5EF4-FFF2-40B4-BE49-F238E27FC236}">
                <a16:creationId xmlns:a16="http://schemas.microsoft.com/office/drawing/2014/main" id="{F40C5F36-7ABA-2F15-388B-6FE1F2980EE9}"/>
              </a:ext>
            </a:extLst>
          </p:cNvPr>
          <p:cNvSpPr/>
          <p:nvPr/>
        </p:nvSpPr>
        <p:spPr>
          <a:xfrm>
            <a:off x="2670048" y="3424079"/>
            <a:ext cx="1920240" cy="460446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77" name="Text 48">
            <a:extLst>
              <a:ext uri="{FF2B5EF4-FFF2-40B4-BE49-F238E27FC236}">
                <a16:creationId xmlns:a16="http://schemas.microsoft.com/office/drawing/2014/main" id="{31C8EB01-6CB1-D339-8CF4-8B32E2EC0F8D}"/>
              </a:ext>
            </a:extLst>
          </p:cNvPr>
          <p:cNvSpPr/>
          <p:nvPr/>
        </p:nvSpPr>
        <p:spPr>
          <a:xfrm>
            <a:off x="2724912" y="3357523"/>
            <a:ext cx="1810512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AJAX, JSON, MongoDB, NodeJS</a:t>
            </a:r>
            <a:endParaRPr lang="en-US" sz="950" dirty="0"/>
          </a:p>
        </p:txBody>
      </p:sp>
      <p:sp>
        <p:nvSpPr>
          <p:cNvPr id="78" name="Shape 49">
            <a:extLst>
              <a:ext uri="{FF2B5EF4-FFF2-40B4-BE49-F238E27FC236}">
                <a16:creationId xmlns:a16="http://schemas.microsoft.com/office/drawing/2014/main" id="{2D46AD2F-27C9-B165-D538-D83E00EE4032}"/>
              </a:ext>
            </a:extLst>
          </p:cNvPr>
          <p:cNvSpPr/>
          <p:nvPr/>
        </p:nvSpPr>
        <p:spPr>
          <a:xfrm>
            <a:off x="4599432" y="3431550"/>
            <a:ext cx="4544568" cy="452975"/>
          </a:xfrm>
          <a:prstGeom prst="rect">
            <a:avLst/>
          </a:prstGeom>
          <a:solidFill>
            <a:srgbClr val="FFF8E7"/>
          </a:solidFill>
          <a:ln w="12700">
            <a:solidFill>
              <a:srgbClr val="D4AF5A"/>
            </a:solidFill>
            <a:prstDash val="solid"/>
          </a:ln>
        </p:spPr>
      </p:sp>
      <p:sp>
        <p:nvSpPr>
          <p:cNvPr id="79" name="Text 50">
            <a:extLst>
              <a:ext uri="{FF2B5EF4-FFF2-40B4-BE49-F238E27FC236}">
                <a16:creationId xmlns:a16="http://schemas.microsoft.com/office/drawing/2014/main" id="{609EC8B7-801B-9B26-D4CA-FEAEDE917E0C}"/>
              </a:ext>
            </a:extLst>
          </p:cNvPr>
          <p:cNvSpPr/>
          <p:nvPr/>
        </p:nvSpPr>
        <p:spPr>
          <a:xfrm>
            <a:off x="4645152" y="3444560"/>
            <a:ext cx="4434840" cy="4470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/>
              <a:t>Learned asynchronous data handling </a:t>
            </a:r>
            <a:endParaRPr lang="en-US" sz="950" dirty="0"/>
          </a:p>
        </p:txBody>
      </p:sp>
      <p:sp>
        <p:nvSpPr>
          <p:cNvPr id="92" name="Text 44">
            <a:extLst>
              <a:ext uri="{FF2B5EF4-FFF2-40B4-BE49-F238E27FC236}">
                <a16:creationId xmlns:a16="http://schemas.microsoft.com/office/drawing/2014/main" id="{198F2C37-FBAD-0E9F-20C4-32341F21E031}"/>
              </a:ext>
            </a:extLst>
          </p:cNvPr>
          <p:cNvSpPr/>
          <p:nvPr/>
        </p:nvSpPr>
        <p:spPr>
          <a:xfrm>
            <a:off x="242316" y="2878244"/>
            <a:ext cx="694944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Week 5</a:t>
            </a:r>
            <a:endParaRPr lang="en-US" sz="1050" dirty="0"/>
          </a:p>
        </p:txBody>
      </p:sp>
      <p:sp>
        <p:nvSpPr>
          <p:cNvPr id="93" name="Text 39">
            <a:extLst>
              <a:ext uri="{FF2B5EF4-FFF2-40B4-BE49-F238E27FC236}">
                <a16:creationId xmlns:a16="http://schemas.microsoft.com/office/drawing/2014/main" id="{EB591BE9-1EE4-CC61-94A2-E2F10BB4A797}"/>
              </a:ext>
            </a:extLst>
          </p:cNvPr>
          <p:cNvSpPr/>
          <p:nvPr/>
        </p:nvSpPr>
        <p:spPr>
          <a:xfrm>
            <a:off x="2685874" y="3012943"/>
            <a:ext cx="1810512" cy="4245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PHP, MySQL, XAMPP</a:t>
            </a:r>
            <a:endParaRPr lang="en-US" sz="950" dirty="0"/>
          </a:p>
        </p:txBody>
      </p:sp>
      <p:sp>
        <p:nvSpPr>
          <p:cNvPr id="94" name="Text 50">
            <a:extLst>
              <a:ext uri="{FF2B5EF4-FFF2-40B4-BE49-F238E27FC236}">
                <a16:creationId xmlns:a16="http://schemas.microsoft.com/office/drawing/2014/main" id="{8812ACAF-04A4-33C5-5CC7-9513C995A8CC}"/>
              </a:ext>
            </a:extLst>
          </p:cNvPr>
          <p:cNvSpPr/>
          <p:nvPr/>
        </p:nvSpPr>
        <p:spPr>
          <a:xfrm>
            <a:off x="4628974" y="2999699"/>
            <a:ext cx="4434840" cy="4470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dirty="0"/>
              <a:t>Connected database and performed CRUD operations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 &amp; REFERENCES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2700000">
            <a:off x="8732520" y="182880"/>
            <a:ext cx="25603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873752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Report  ·  Rudra IT Solutions  ·  Khushal Rathod  ·  BCA 6th Sem  ·  Feb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04672"/>
            <a:ext cx="8778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04672"/>
            <a:ext cx="8778240" cy="347472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804672"/>
            <a:ext cx="64008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804672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225296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18872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Completed a web development internship at Rudra IT Solutions (12 Jan 2026 – 28 Feb 2026) as a Web Development Intern.</a:t>
            </a:r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627632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Gained hands-on experience in HTML, CSS, JavaScript, PHP, MySQL, and MERN Stack for real-world web application development.</a:t>
            </a:r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66544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Developed responsive user interfaces, implemented frontend functionality, built backend logic, and integrated full-stack systems.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2542032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05456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Improved professional skills such as teamwork, communication, time management, and adaptability in a corporate environment.</a:t>
            </a:r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44368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50" dirty="0"/>
              <a:t>Gained practical exposure to real-time projects, debugging, and software development workflow.</a:t>
            </a:r>
          </a:p>
        </p:txBody>
      </p:sp>
      <p:sp>
        <p:nvSpPr>
          <p:cNvPr id="23" name="Shape 21"/>
          <p:cNvSpPr/>
          <p:nvPr/>
        </p:nvSpPr>
        <p:spPr>
          <a:xfrm>
            <a:off x="182880" y="3511296"/>
            <a:ext cx="8778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511296"/>
            <a:ext cx="8778240" cy="32918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511296"/>
            <a:ext cx="64008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11296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895344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W3Schools (w3schools.com)  ·  MDN Web Docs (developer.mozilla.org)  ·  ReactJS Official (react.dev)  ·  NodeJS (nodejs.org)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224528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ExpressJS (expressjs.com)  ·  MongoDB Docs (mongodb.com/docs)  ·  ChatGPT (chat.openai.com)  ·  YouTube Tutorials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4297680" y="347472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4617720" y="347472"/>
            <a:ext cx="201168" cy="20116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937760" y="347472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kern="0" spc="1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kern="0" spc="1000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YOU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3017520" y="2852928"/>
            <a:ext cx="31089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62656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1D5D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Khushal Rathod  ·  Roll No. 669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BCA 6th Semester  ·  Sutex Bank College of Computer Application &amp; Science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5844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chemeClr val="bg1">
                    <a:lumMod val="65000"/>
                  </a:schemeClr>
                </a:solidFill>
              </a:rPr>
              <a:t>Web Development Intern 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</a:t>
            </a:r>
            <a:r>
              <a:rPr lang="en-IN" sz="1200" dirty="0">
                <a:solidFill>
                  <a:schemeClr val="bg1">
                    <a:lumMod val="65000"/>
                  </a:schemeClr>
                </a:solidFill>
              </a:rPr>
              <a:t>Rudra IT Solutions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Feb 2026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37560" y="4005072"/>
            <a:ext cx="2468880" cy="914400"/>
          </a:xfrm>
          <a:prstGeom prst="rect">
            <a:avLst/>
          </a:prstGeom>
          <a:solidFill>
            <a:srgbClr val="111845"/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4005072"/>
            <a:ext cx="24688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05993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GRADE  </a:t>
            </a:r>
            <a:r>
              <a:rPr lang="en-US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7560" y="4462272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 / 50 marks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882</Words>
  <Application>Microsoft Office PowerPoint</Application>
  <PresentationFormat>On-screen Show (16:9)</PresentationFormat>
  <Paragraphs>198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khushal rathod</cp:lastModifiedBy>
  <cp:revision>7</cp:revision>
  <dcterms:created xsi:type="dcterms:W3CDTF">2026-03-26T04:47:00Z</dcterms:created>
  <dcterms:modified xsi:type="dcterms:W3CDTF">2026-04-08T16:57:51Z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57337CC8BE2448D0A33143C6D7549748_12</vt:lpwstr>
  </property>
  <property fmtid="{D5CDD505-2E9C-101B-9397-08002B2CF9AE}" pid="3" name="KSOProductBuildVer">
    <vt:lpwstr>1033-12.2.0.23196</vt:lpwstr>
  </property>
</Properties>
</file>